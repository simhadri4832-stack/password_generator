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Neue Haas Grotesk Text Pro" panose="020B0504020202020204" pitchFamily="34" charset="0"/>
      <p:regular r:id="rId8"/>
      <p:bold r:id="rId9"/>
      <p:italic r:id="rId10"/>
      <p:boldItalic r:id="rId11"/>
    </p:embeddedFont>
    <p:embeddedFont>
      <p:font typeface="Nirmala Text" panose="020B0502040204020203" pitchFamily="34" charset="0"/>
      <p:regular r:id="rId12"/>
      <p:bold r:id="rId13"/>
    </p:embeddedFont>
    <p:embeddedFont>
      <p:font typeface="Nirmala UI" panose="020B0502040204020203" pitchFamily="34" charset="0"/>
      <p:regular r:id="rId14"/>
      <p:bold r:id="rId15"/>
    </p:embeddedFont>
    <p:embeddedFont>
      <p:font typeface="NSimSun" panose="02010609030101010101" pitchFamily="49" charset="-122"/>
      <p:regular r:id="rId16"/>
    </p:embeddedFont>
    <p:embeddedFont>
      <p:font typeface="Nyala" panose="02000504070300020003" pitchFamily="2" charset="0"/>
      <p:regular r:id="rId17"/>
    </p:embeddedFont>
    <p:embeddedFont>
      <p:font typeface="OCR A Extended" panose="02010509020102010303" pitchFamily="50" charset="0"/>
      <p:regular r:id="rId18"/>
    </p:embeddedFont>
    <p:embeddedFont>
      <p:font typeface="Palatino Linotype" panose="02040502050505030304" pitchFamily="18" charset="0"/>
      <p:regular r:id="rId19"/>
      <p:bold r:id="rId20"/>
      <p:italic r:id="rId21"/>
      <p:boldItalic r:id="rId22"/>
    </p:embeddedFont>
    <p:embeddedFont>
      <p:font typeface="Sanskrit Text" panose="02020503050405020304" pitchFamily="18" charset="0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DE12"/>
    <a:srgbClr val="1A2936"/>
    <a:srgbClr val="B0D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A5740-29C1-4B5E-A1F7-26AF20A1693C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ED5B5-126B-442C-A858-03447B21D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50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ED5B5-126B-442C-A858-03447B21D3D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071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assgensimhadri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0452" y="758981"/>
            <a:ext cx="2681287" cy="342900"/>
          </a:xfrm>
          <a:prstGeom prst="roundRect">
            <a:avLst>
              <a:gd name="adj" fmla="val 50000"/>
            </a:avLst>
          </a:prstGeom>
          <a:solidFill>
            <a:srgbClr val="0F2C47"/>
          </a:solidFill>
          <a:ln w="9525">
            <a:solidFill>
              <a:srgbClr val="0F4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4681728"/>
            <a:ext cx="1383792" cy="484632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09900" y="4681727"/>
            <a:ext cx="1514885" cy="484633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759" y="1428750"/>
            <a:ext cx="4217640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820" y="1447800"/>
            <a:ext cx="4198590" cy="3981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81" y="882044"/>
            <a:ext cx="1333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1584989"/>
            <a:ext cx="6712870" cy="577081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4400" b="1" i="0" u="none" dirty="0">
                <a:solidFill>
                  <a:schemeClr val="tx2">
                    <a:lumMod val="50000"/>
                  </a:schemeClr>
                </a:solidFill>
                <a:latin typeface="+mj-lt"/>
                <a:ea typeface="Nirmala Text" panose="020B0502040204020203" pitchFamily="34" charset="0"/>
                <a:cs typeface="Nirmala Text" panose="020B0502040204020203" pitchFamily="34" charset="0"/>
              </a:rPr>
              <a:t>Password Generator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456" y="2816352"/>
            <a:ext cx="6230112" cy="566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50"/>
              </a:lnSpc>
            </a:pPr>
            <a:r>
              <a:rPr sz="1500" b="0" i="1" u="none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Building</a:t>
            </a:r>
            <a:r>
              <a:rPr lang="en-IN" sz="1500" i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customizable</a:t>
            </a:r>
            <a:r>
              <a:rPr sz="1500" b="0" i="1" u="none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, cryptographically secure credentials with modern HTML, CSS, and Vanilla JavaScript.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931" y="853850"/>
            <a:ext cx="195414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38BDF8"/>
                </a:solidFill>
                <a:latin typeface="+mj-lt"/>
              </a:rPr>
              <a:t>FRONT-END 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827240"/>
            <a:ext cx="952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CBD5E1"/>
                </a:solidFill>
                <a:latin typeface="+mj-lt"/>
              </a:rPr>
              <a:t>#JavaScript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3250" y="4818096"/>
            <a:ext cx="13921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CBD5E1"/>
                </a:solidFill>
                <a:latin typeface="+mj-lt"/>
              </a:rPr>
              <a:t>#</a:t>
            </a:r>
            <a:r>
              <a:rPr sz="1600" b="0" i="0" u="none" dirty="0">
                <a:solidFill>
                  <a:srgbClr val="CBD5E1"/>
                </a:solidFill>
                <a:latin typeface="+mj-lt"/>
              </a:rPr>
              <a:t>ResponsiveUI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B4ACC-8928-A1F2-B3AE-30D649CE8DB1}"/>
              </a:ext>
            </a:extLst>
          </p:cNvPr>
          <p:cNvSpPr txBox="1"/>
          <p:nvPr/>
        </p:nvSpPr>
        <p:spPr>
          <a:xfrm>
            <a:off x="459486" y="5603486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</a:rPr>
              <a:t>Team</a:t>
            </a:r>
            <a:r>
              <a:rPr lang="en-US" sz="1600" b="1" i="1">
                <a:solidFill>
                  <a:schemeClr val="bg2">
                    <a:lumMod val="10000"/>
                  </a:schemeClr>
                </a:solidFill>
              </a:rPr>
              <a:t>: R. Simhadri</a:t>
            </a:r>
            <a:endParaRPr lang="en-US" sz="1600" b="1" i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</a:rPr>
              <a:t>            K. Dharani</a:t>
            </a:r>
          </a:p>
          <a:p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</a:rPr>
              <a:t>            V. Sirisha</a:t>
            </a:r>
            <a:endParaRPr lang="en-IN" sz="1600" i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/>
      <p:bldP spid="11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7225" y="5838825"/>
            <a:ext cx="10972800" cy="485775"/>
          </a:xfrm>
          <a:prstGeom prst="roundRect">
            <a:avLst>
              <a:gd name="adj" fmla="val 23529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23160"/>
            <a:ext cx="3505200" cy="2851123"/>
          </a:xfrm>
          <a:prstGeom prst="roundRect">
            <a:avLst>
              <a:gd name="adj" fmla="val 7414"/>
            </a:avLst>
          </a:prstGeom>
          <a:blipFill>
            <a:blip r:embed="rId2"/>
            <a:tile tx="0" ty="0" sx="100000" sy="100000" flip="none" algn="tl"/>
          </a:blipFill>
          <a:ln w="9525">
            <a:solidFill>
              <a:srgbClr val="E2E8F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67213" y="2423160"/>
            <a:ext cx="3505200" cy="2851123"/>
          </a:xfrm>
          <a:prstGeom prst="roundRect">
            <a:avLst>
              <a:gd name="adj" fmla="val 7414"/>
            </a:avLst>
          </a:prstGeom>
          <a:blipFill>
            <a:blip r:embed="rId3"/>
            <a:tile tx="0" ty="0" sx="100000" sy="100000" flip="none" algn="tl"/>
          </a:blipFill>
          <a:ln w="9525">
            <a:solidFill>
              <a:srgbClr val="E2E8F0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24825" y="2414016"/>
            <a:ext cx="3505200" cy="2851123"/>
          </a:xfrm>
          <a:prstGeom prst="roundRect">
            <a:avLst>
              <a:gd name="adj" fmla="val 7414"/>
            </a:avLst>
          </a:prstGeom>
          <a:blipFill>
            <a:blip r:embed="rId4"/>
            <a:tile tx="0" ty="0" sx="100000" sy="100000" flip="none" algn="tl"/>
          </a:blipFill>
          <a:ln w="9525">
            <a:solidFill>
              <a:srgbClr val="E2E8F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810916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625" y="2810916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425" y="2810916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2934741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3450" y="2934741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1537" y="2934741"/>
            <a:ext cx="18097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47675"/>
            <a:ext cx="198291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284C7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USER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11113008" cy="738664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u="none" dirty="0">
                <a:solidFill>
                  <a:srgbClr val="0F172A"/>
                </a:solidFill>
                <a:latin typeface="OCR A Extended" panose="02010509020102010303" pitchFamily="50" charset="0"/>
              </a:rPr>
              <a:t>Core Application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991225"/>
            <a:ext cx="22537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34155"/>
                </a:solidFill>
                <a:latin typeface="Palatino Linotype" panose="02040502050505030304" pitchFamily="18" charset="0"/>
              </a:rPr>
              <a:t>Interactive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9866" y="5906382"/>
            <a:ext cx="361477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Zero </a:t>
            </a:r>
            <a:r>
              <a:rPr sz="2000" b="0" i="0" u="none" dirty="0">
                <a:solidFill>
                  <a:srgbClr val="64748B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page</a:t>
            </a:r>
            <a:r>
              <a:rPr sz="1125" b="0" i="0" u="none" dirty="0">
                <a:solidFill>
                  <a:srgbClr val="64748B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 refreshes • Pure front-end reactivity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420516"/>
            <a:ext cx="281807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eue Haas Grotesk Text Pro" panose="020B0504020202020204" pitchFamily="34" charset="0"/>
              </a:rPr>
              <a:t>Dynamic Length Slider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811041"/>
            <a:ext cx="30480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chemeClr val="accent4">
                    <a:lumMod val="50000"/>
                  </a:schemeClr>
                </a:solidFill>
                <a:latin typeface="Palatino Linotype" panose="02040502050505030304" pitchFamily="18" charset="0"/>
              </a:rPr>
              <a:t>Custom character counts from 6 to 32 characters with live DOM updating.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3420516"/>
            <a:ext cx="280525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eue Haas Grotesk Text Pro" panose="020B0504020202020204" pitchFamily="34" charset="0"/>
              </a:rPr>
              <a:t>Character Sets Switch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3811041"/>
            <a:ext cx="30480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chemeClr val="accent6">
                    <a:lumMod val="50000"/>
                  </a:schemeClr>
                </a:solidFill>
                <a:latin typeface="Palatino Linotype" panose="02040502050505030304" pitchFamily="18" charset="0"/>
              </a:rPr>
              <a:t>Toggle uppercase letters, numbers, and special symbols on demand.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420516"/>
            <a:ext cx="265938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eue Haas Grotesk Text Pro" panose="020B0504020202020204" pitchFamily="34" charset="0"/>
              </a:rPr>
              <a:t>Clipboard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811041"/>
            <a:ext cx="30480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0070C0"/>
                </a:solidFill>
                <a:latin typeface="Palatino Linotype" panose="02040502050505030304" pitchFamily="18" charset="0"/>
              </a:rPr>
              <a:t>One-click copy to system clipboard with instant UI visual feedback.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8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12" grpId="0"/>
      <p:bldP spid="13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70176"/>
            <a:ext cx="381000" cy="285750"/>
          </a:xfrm>
          <a:prstGeom prst="roundRect">
            <a:avLst>
              <a:gd name="adj" fmla="val 26666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ounded Rectangle 2"/>
          <p:cNvSpPr/>
          <p:nvPr/>
        </p:nvSpPr>
        <p:spPr>
          <a:xfrm>
            <a:off x="638175" y="2918460"/>
            <a:ext cx="400050" cy="285750"/>
          </a:xfrm>
          <a:prstGeom prst="roundRect">
            <a:avLst>
              <a:gd name="adj" fmla="val 2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609600" y="3792093"/>
            <a:ext cx="409575" cy="285750"/>
          </a:xfrm>
          <a:prstGeom prst="roundRect">
            <a:avLst>
              <a:gd name="adj" fmla="val 2666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1514475" y="3067050"/>
            <a:ext cx="21717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5372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4F46E5"/>
                </a:solidFill>
                <a:ea typeface="Nirmala UI" panose="020B0502040204020203" pitchFamily="34" charset="0"/>
                <a:cs typeface="Nirmala UI" panose="020B0502040204020203" pitchFamily="34" charset="0"/>
              </a:rPr>
              <a:t>IMPLEMENTATION</a:t>
            </a:r>
            <a:r>
              <a:rPr sz="1050" b="1" i="0" u="none" dirty="0">
                <a:solidFill>
                  <a:srgbClr val="4F46E5"/>
                </a:solidFill>
              </a:rPr>
              <a:t>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4299126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ea typeface="Nirmala Text" panose="020B0502040204020203" pitchFamily="34" charset="0"/>
                <a:cs typeface="Nirmala Text" panose="020B0502040204020203" pitchFamily="34" charset="0"/>
              </a:rPr>
              <a:t>Technical Architecture &amp;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199894"/>
            <a:ext cx="2476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2975610"/>
            <a:ext cx="2667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849243"/>
            <a:ext cx="2762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206752"/>
            <a:ext cx="233397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</a:rPr>
              <a:t>Cryptographic Randomness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18791"/>
            <a:ext cx="373352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</a:rPr>
              <a:t>Uses for non-predictable character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2918460"/>
            <a:ext cx="21339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</a:rPr>
              <a:t>Real-Time Entropy 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175635"/>
            <a:ext cx="584075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 dirty="0">
                <a:solidFill>
                  <a:srgbClr val="64748B"/>
                </a:solidFill>
              </a:rPr>
              <a:t>Evaluates</a:t>
            </a:r>
            <a:r>
              <a:rPr sz="1600" b="0" i="0" u="none" dirty="0">
                <a:solidFill>
                  <a:srgbClr val="64748B"/>
                </a:solidFill>
              </a:rPr>
              <a:t> password length and charset complexity to render visual strength indicators.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" y="3792093"/>
            <a:ext cx="234570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</a:rPr>
              <a:t>Event-Driven DOM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4049268"/>
            <a:ext cx="663354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</a:rPr>
              <a:t>Lightweight</a:t>
            </a:r>
            <a:r>
              <a:rPr sz="1600" b="0" i="0" u="none" dirty="0">
                <a:solidFill>
                  <a:srgbClr val="64748B"/>
                </a:solidFill>
              </a:rPr>
              <a:t> event listeners handle input changes and trigger instant recalculations.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7867DB-21D3-BF4C-A4A4-832290C8B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0"/>
            <a:ext cx="446532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87E4160-6881-591E-A110-0215F8EA91AD}"/>
              </a:ext>
            </a:extLst>
          </p:cNvPr>
          <p:cNvSpPr txBox="1"/>
          <p:nvPr/>
        </p:nvSpPr>
        <p:spPr>
          <a:xfrm>
            <a:off x="146304" y="4462272"/>
            <a:ext cx="7580376" cy="235200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220641"/>
            <a:ext cx="10972800" cy="1027760"/>
          </a:xfrm>
          <a:prstGeom prst="roundRect">
            <a:avLst>
              <a:gd name="adj" fmla="val 18461"/>
            </a:avLst>
          </a:prstGeom>
          <a:solidFill>
            <a:srgbClr val="12213D"/>
          </a:solidFill>
          <a:ln w="9525">
            <a:solidFill>
              <a:srgbClr val="0F4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yala" panose="02000504070300020003" pitchFamily="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965960"/>
            <a:ext cx="3505200" cy="2334577"/>
          </a:xfrm>
          <a:prstGeom prst="roundRect">
            <a:avLst>
              <a:gd name="adj" fmla="val 903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yala" panose="02000504070300020003" pitchFamily="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43400" y="1965960"/>
            <a:ext cx="3505200" cy="2334577"/>
          </a:xfrm>
          <a:prstGeom prst="roundRect">
            <a:avLst>
              <a:gd name="adj" fmla="val 903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Nyala" panose="02000504070300020003" pitchFamily="2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77200" y="1965960"/>
            <a:ext cx="3505200" cy="2334577"/>
          </a:xfrm>
          <a:prstGeom prst="roundRect">
            <a:avLst>
              <a:gd name="adj" fmla="val 903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yala" panose="02000504070300020003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22858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latin typeface="Nyala" panose="02000504070300020003" pitchFamily="2" charset="0"/>
              </a:rPr>
              <a:t>PROJECT KEY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57250"/>
            <a:ext cx="6580328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00" b="1" i="0" u="none" dirty="0">
                <a:solidFill>
                  <a:schemeClr val="accent5">
                    <a:lumMod val="50000"/>
                  </a:schemeClr>
                </a:solidFill>
                <a:latin typeface="Nyala" panose="02000504070300020003" pitchFamily="2" charset="0"/>
              </a:rPr>
              <a:t>Security &amp; Performance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3884" y="5609844"/>
            <a:ext cx="866423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F8FAFC"/>
                </a:solidFill>
                <a:latin typeface="Nyala" panose="02000504070300020003" pitchFamily="2" charset="0"/>
              </a:rPr>
              <a:t>A lightweight, zero-dependency web utility for robust credential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0039" y="2486024"/>
            <a:ext cx="1024319" cy="548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 dirty="0">
                <a:solidFill>
                  <a:srgbClr val="38BDF8"/>
                </a:solidFill>
                <a:latin typeface="Nyala" panose="02000504070300020003" pitchFamily="2" charset="0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7873" y="3037141"/>
            <a:ext cx="162865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94A3B8"/>
                </a:solidFill>
                <a:latin typeface="Nyala" panose="02000504070300020003" pitchFamily="2" charset="0"/>
              </a:rPr>
              <a:t>Client-Side</a:t>
            </a:r>
            <a:r>
              <a:rPr sz="1200" b="1" i="0" u="none" dirty="0">
                <a:solidFill>
                  <a:srgbClr val="94A3B8"/>
                </a:solidFill>
                <a:latin typeface="Nyala" panose="02000504070300020003" pitchFamily="2" charset="0"/>
              </a:rPr>
              <a:t>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2615" y="3531298"/>
            <a:ext cx="211917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Nyala" panose="02000504070300020003" pitchFamily="2" charset="0"/>
              </a:rPr>
              <a:t>Zero backend data transmission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7390" y="2480881"/>
            <a:ext cx="1077218" cy="548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 dirty="0">
                <a:solidFill>
                  <a:srgbClr val="4ADE80"/>
                </a:solidFill>
                <a:latin typeface="Nyala" panose="02000504070300020003" pitchFamily="2" charset="0"/>
                <a:ea typeface="Nirmala UI" panose="020B0502040204020203" pitchFamily="34" charset="0"/>
                <a:cs typeface="Nirmala UI" panose="020B0502040204020203" pitchFamily="34" charset="0"/>
              </a:rPr>
              <a:t>&lt; 1ms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0109" y="3046285"/>
            <a:ext cx="159979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94A3B8"/>
                </a:solidFill>
                <a:latin typeface="Nyala" panose="02000504070300020003" pitchFamily="2" charset="0"/>
              </a:rPr>
              <a:t>Generation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5662" y="3439858"/>
            <a:ext cx="171841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Nyala" panose="02000504070300020003" pitchFamily="2" charset="0"/>
              </a:rPr>
              <a:t>Instant output calculation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4553" y="2517457"/>
            <a:ext cx="1330492" cy="548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 dirty="0">
                <a:solidFill>
                  <a:srgbClr val="C084FC"/>
                </a:solidFill>
                <a:latin typeface="Nyala" panose="02000504070300020003" pitchFamily="2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128-bit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2428" y="3110293"/>
            <a:ext cx="177131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94A3B8"/>
                </a:solidFill>
                <a:latin typeface="Nyala" panose="02000504070300020003" pitchFamily="2" charset="0"/>
              </a:rPr>
              <a:t>Maximum Entropy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4388" y="3485578"/>
            <a:ext cx="200054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Nyala" panose="02000504070300020003" pitchFamily="2" charset="0"/>
              </a:rPr>
              <a:t>High resistance to brute-force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3F5414-64D2-1E8A-24A0-FC2F51336EBF}"/>
              </a:ext>
            </a:extLst>
          </p:cNvPr>
          <p:cNvSpPr txBox="1"/>
          <p:nvPr/>
        </p:nvSpPr>
        <p:spPr>
          <a:xfrm>
            <a:off x="85344" y="164592"/>
            <a:ext cx="11969496" cy="6528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84545E-376B-1201-208B-115A6599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" y="28026"/>
            <a:ext cx="1205484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7EA013-B378-12F4-4227-9FD72035A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004" y="0"/>
            <a:ext cx="385572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368A1A-F1A5-75B4-F368-E88323C41451}"/>
              </a:ext>
            </a:extLst>
          </p:cNvPr>
          <p:cNvSpPr txBox="1"/>
          <p:nvPr/>
        </p:nvSpPr>
        <p:spPr>
          <a:xfrm>
            <a:off x="201168" y="507990"/>
            <a:ext cx="52821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i="1" dirty="0">
                <a:solidFill>
                  <a:srgbClr val="FFFF00"/>
                </a:solidFill>
                <a:latin typeface="+mj-lt"/>
              </a:rPr>
              <a:t>conclusion</a:t>
            </a:r>
            <a:endParaRPr lang="en-IN" sz="88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DD5AF-FA0C-BE82-5DDD-92E6F16FB1A1}"/>
              </a:ext>
            </a:extLst>
          </p:cNvPr>
          <p:cNvSpPr txBox="1"/>
          <p:nvPr/>
        </p:nvSpPr>
        <p:spPr>
          <a:xfrm>
            <a:off x="7973568" y="5433196"/>
            <a:ext cx="375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dirty="0">
                <a:solidFill>
                  <a:srgbClr val="92D050"/>
                </a:solidFill>
                <a:latin typeface="Sanskrit Text" panose="020B0502040204020203" pitchFamily="18" charset="0"/>
                <a:cs typeface="Sanskrit Text" panose="020B0502040204020203" pitchFamily="18" charset="0"/>
              </a:rPr>
              <a:t>Thank you</a:t>
            </a:r>
            <a:endParaRPr lang="en-IN" sz="5400" i="1" dirty="0">
              <a:solidFill>
                <a:srgbClr val="92D050"/>
              </a:solidFill>
              <a:latin typeface="Sanskrit Text" panose="020B0502040204020203" pitchFamily="18" charset="0"/>
              <a:cs typeface="Sanskrit Text" panose="020B0502040204020203" pitchFamily="18" charset="0"/>
            </a:endParaRPr>
          </a:p>
        </p:txBody>
      </p:sp>
      <p:sp>
        <p:nvSpPr>
          <p:cNvPr id="5" name="TextBox 4">
            <a:hlinkClick r:id="rId4" tooltip="https://passgensimhadri.netlify.app/"/>
            <a:extLst>
              <a:ext uri="{FF2B5EF4-FFF2-40B4-BE49-F238E27FC236}">
                <a16:creationId xmlns:a16="http://schemas.microsoft.com/office/drawing/2014/main" id="{F09C0BD9-4B62-6A30-0CA8-AEBB0423491A}"/>
              </a:ext>
            </a:extLst>
          </p:cNvPr>
          <p:cNvSpPr txBox="1"/>
          <p:nvPr/>
        </p:nvSpPr>
        <p:spPr>
          <a:xfrm>
            <a:off x="1133856" y="517979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  <a:latin typeface="Nyala" panose="02000504070300020003" pitchFamily="2" charset="0"/>
              </a:rPr>
              <a:t>My link:</a:t>
            </a:r>
            <a:endParaRPr lang="en-IN" dirty="0">
              <a:solidFill>
                <a:srgbClr val="92D050"/>
              </a:solidFill>
              <a:latin typeface="Nyala" panose="020005040703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13A0B-9E2F-C1DF-8BAB-307D653E446C}"/>
              </a:ext>
            </a:extLst>
          </p:cNvPr>
          <p:cNvSpPr txBox="1"/>
          <p:nvPr/>
        </p:nvSpPr>
        <p:spPr>
          <a:xfrm>
            <a:off x="137160" y="1982566"/>
            <a:ext cx="49118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78DE12"/>
                </a:solidFill>
              </a:rPr>
              <a:t>Password Generator is a simple and useful security project.</a:t>
            </a:r>
          </a:p>
          <a:p>
            <a:r>
              <a:rPr lang="en-IN" sz="2000" dirty="0">
                <a:solidFill>
                  <a:srgbClr val="78DE12"/>
                </a:solidFill>
              </a:rPr>
              <a:t>It helps users create </a:t>
            </a:r>
            <a:r>
              <a:rPr lang="en-IN" sz="2000" b="1" dirty="0">
                <a:solidFill>
                  <a:srgbClr val="78DE12"/>
                </a:solidFill>
              </a:rPr>
              <a:t>strong, customizable passwords quickly</a:t>
            </a:r>
            <a:r>
              <a:rPr lang="en-IN" sz="2000" dirty="0">
                <a:solidFill>
                  <a:srgbClr val="78DE12"/>
                </a:solidFill>
              </a:rPr>
              <a:t>.</a:t>
            </a:r>
          </a:p>
          <a:p>
            <a:r>
              <a:rPr lang="en-IN" sz="2000" dirty="0">
                <a:solidFill>
                  <a:srgbClr val="78DE12"/>
                </a:solidFill>
              </a:rPr>
              <a:t>This project also helped me understand the practical use of </a:t>
            </a:r>
            <a:r>
              <a:rPr lang="en-IN" sz="2000" b="1" dirty="0">
                <a:solidFill>
                  <a:srgbClr val="78DE12"/>
                </a:solidFill>
              </a:rPr>
              <a:t>HTML, CSS and JavaScript</a:t>
            </a:r>
            <a:r>
              <a:rPr lang="en-IN" sz="2000" dirty="0">
                <a:solidFill>
                  <a:srgbClr val="78DE12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226</Words>
  <Application>Microsoft Office PowerPoint</Application>
  <PresentationFormat>Widescreen</PresentationFormat>
  <Paragraphs>48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Nirmala Text</vt:lpstr>
      <vt:lpstr>Calibri</vt:lpstr>
      <vt:lpstr>Neue Haas Grotesk Text Pro</vt:lpstr>
      <vt:lpstr>Sanskrit Text</vt:lpstr>
      <vt:lpstr>Palatino Linotype</vt:lpstr>
      <vt:lpstr>Nyala</vt:lpstr>
      <vt:lpstr>NSimSun</vt:lpstr>
      <vt:lpstr>OCR A Extended</vt:lpstr>
      <vt:lpstr>Nirmala UI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Pradani Bujji Babu</cp:lastModifiedBy>
  <cp:revision>59</cp:revision>
  <dcterms:created xsi:type="dcterms:W3CDTF">2013-01-27T09:14:16Z</dcterms:created>
  <dcterms:modified xsi:type="dcterms:W3CDTF">2026-10-07T07:59:25Z</dcterms:modified>
  <cp:category/>
</cp:coreProperties>
</file>